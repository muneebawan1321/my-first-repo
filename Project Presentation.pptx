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82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315" y="0"/>
            <a:ext cx="18343684" cy="10319239"/>
          </a:xfrm>
          <a:custGeom>
            <a:avLst/>
            <a:gdLst/>
            <a:ahLst/>
            <a:cxnLst/>
            <a:rect l="l" t="t" r="r" b="b"/>
            <a:pathLst>
              <a:path w="18343684" h="10319239">
                <a:moveTo>
                  <a:pt x="0" y="0"/>
                </a:moveTo>
                <a:lnTo>
                  <a:pt x="18343684" y="0"/>
                </a:lnTo>
                <a:lnTo>
                  <a:pt x="18343684" y="10319239"/>
                </a:lnTo>
                <a:lnTo>
                  <a:pt x="0" y="10319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02511"/>
          </a:xfrm>
          <a:custGeom>
            <a:avLst/>
            <a:gdLst/>
            <a:ahLst/>
            <a:cxnLst/>
            <a:rect l="l" t="t" r="r" b="b"/>
            <a:pathLst>
              <a:path w="18288000" h="10402511">
                <a:moveTo>
                  <a:pt x="0" y="0"/>
                </a:moveTo>
                <a:lnTo>
                  <a:pt x="18288000" y="0"/>
                </a:lnTo>
                <a:lnTo>
                  <a:pt x="18288000" y="10402511"/>
                </a:lnTo>
                <a:lnTo>
                  <a:pt x="0" y="10402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" t="-1249" r="-160" b="-1486"/>
            </a:stretch>
          </a:blip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624"/>
            <a:ext cx="18288000" cy="10561320"/>
          </a:xfrm>
          <a:custGeom>
            <a:avLst/>
            <a:gdLst/>
            <a:ahLst/>
            <a:cxnLst/>
            <a:rect l="l" t="t" r="r" b="b"/>
            <a:pathLst>
              <a:path w="18288000" h="10561320">
                <a:moveTo>
                  <a:pt x="0" y="0"/>
                </a:moveTo>
                <a:lnTo>
                  <a:pt x="18288000" y="0"/>
                </a:lnTo>
                <a:lnTo>
                  <a:pt x="18288000" y="10561320"/>
                </a:lnTo>
                <a:lnTo>
                  <a:pt x="0" y="10561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615"/>
            <a:ext cx="18288000" cy="10607040"/>
          </a:xfrm>
          <a:custGeom>
            <a:avLst/>
            <a:gdLst/>
            <a:ahLst/>
            <a:cxnLst/>
            <a:rect l="l" t="t" r="r" b="b"/>
            <a:pathLst>
              <a:path w="18288000" h="10607040">
                <a:moveTo>
                  <a:pt x="0" y="0"/>
                </a:moveTo>
                <a:lnTo>
                  <a:pt x="18288000" y="0"/>
                </a:lnTo>
                <a:lnTo>
                  <a:pt x="18288000" y="10607040"/>
                </a:lnTo>
                <a:lnTo>
                  <a:pt x="0" y="10607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38343"/>
            <a:ext cx="18288000" cy="10675620"/>
          </a:xfrm>
          <a:custGeom>
            <a:avLst/>
            <a:gdLst/>
            <a:ahLst/>
            <a:cxnLst/>
            <a:rect l="l" t="t" r="r" b="b"/>
            <a:pathLst>
              <a:path w="18288000" h="10675620">
                <a:moveTo>
                  <a:pt x="0" y="0"/>
                </a:moveTo>
                <a:lnTo>
                  <a:pt x="18288000" y="0"/>
                </a:lnTo>
                <a:lnTo>
                  <a:pt x="18288000" y="10675620"/>
                </a:lnTo>
                <a:lnTo>
                  <a:pt x="0" y="1067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9881"/>
            <a:ext cx="18288000" cy="10629900"/>
          </a:xfrm>
          <a:custGeom>
            <a:avLst/>
            <a:gdLst/>
            <a:ahLst/>
            <a:cxnLst/>
            <a:rect l="l" t="t" r="r" b="b"/>
            <a:pathLst>
              <a:path w="18288000" h="10629900">
                <a:moveTo>
                  <a:pt x="0" y="0"/>
                </a:moveTo>
                <a:lnTo>
                  <a:pt x="18288000" y="0"/>
                </a:lnTo>
                <a:lnTo>
                  <a:pt x="18288000" y="10629900"/>
                </a:lnTo>
                <a:lnTo>
                  <a:pt x="0" y="1062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7482"/>
            <a:ext cx="18288000" cy="10584180"/>
          </a:xfrm>
          <a:custGeom>
            <a:avLst/>
            <a:gdLst/>
            <a:ahLst/>
            <a:cxnLst/>
            <a:rect l="l" t="t" r="r" b="b"/>
            <a:pathLst>
              <a:path w="18288000" h="10584180">
                <a:moveTo>
                  <a:pt x="0" y="0"/>
                </a:moveTo>
                <a:lnTo>
                  <a:pt x="18288000" y="0"/>
                </a:lnTo>
                <a:lnTo>
                  <a:pt x="18288000" y="10584180"/>
                </a:lnTo>
                <a:lnTo>
                  <a:pt x="0" y="10584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5059C-036C-B884-5302-0722F38A93AE}"/>
              </a:ext>
            </a:extLst>
          </p:cNvPr>
          <p:cNvSpPr/>
          <p:nvPr/>
        </p:nvSpPr>
        <p:spPr>
          <a:xfrm>
            <a:off x="3886200" y="4076700"/>
            <a:ext cx="3048000" cy="1371600"/>
          </a:xfrm>
          <a:prstGeom prst="roundRect">
            <a:avLst>
              <a:gd name="adj" fmla="val 15049"/>
            </a:avLst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B41C25-A4AB-A43C-AF9C-1C1FA007E1D5}"/>
              </a:ext>
            </a:extLst>
          </p:cNvPr>
          <p:cNvSpPr/>
          <p:nvPr/>
        </p:nvSpPr>
        <p:spPr>
          <a:xfrm>
            <a:off x="7620000" y="4076700"/>
            <a:ext cx="3048000" cy="1371600"/>
          </a:xfrm>
          <a:prstGeom prst="roundRect">
            <a:avLst>
              <a:gd name="adj" fmla="val 15049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3825"/>
            <a:ext cx="18288000" cy="10629900"/>
          </a:xfrm>
          <a:custGeom>
            <a:avLst/>
            <a:gdLst/>
            <a:ahLst/>
            <a:cxnLst/>
            <a:rect l="l" t="t" r="r" b="b"/>
            <a:pathLst>
              <a:path w="18288000" h="10629900">
                <a:moveTo>
                  <a:pt x="0" y="0"/>
                </a:moveTo>
                <a:lnTo>
                  <a:pt x="18288000" y="0"/>
                </a:lnTo>
                <a:lnTo>
                  <a:pt x="18288000" y="10629900"/>
                </a:lnTo>
                <a:lnTo>
                  <a:pt x="0" y="1062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5898"/>
            <a:ext cx="18288000" cy="10538460"/>
          </a:xfrm>
          <a:custGeom>
            <a:avLst/>
            <a:gdLst/>
            <a:ahLst/>
            <a:cxnLst/>
            <a:rect l="l" t="t" r="r" b="b"/>
            <a:pathLst>
              <a:path w="18288000" h="10538460">
                <a:moveTo>
                  <a:pt x="0" y="0"/>
                </a:moveTo>
                <a:lnTo>
                  <a:pt x="18288000" y="0"/>
                </a:lnTo>
                <a:lnTo>
                  <a:pt x="18288000" y="10538460"/>
                </a:lnTo>
                <a:lnTo>
                  <a:pt x="0" y="1053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35394"/>
            <a:ext cx="18288000" cy="10675620"/>
          </a:xfrm>
          <a:custGeom>
            <a:avLst/>
            <a:gdLst/>
            <a:ahLst/>
            <a:cxnLst/>
            <a:rect l="l" t="t" r="r" b="b"/>
            <a:pathLst>
              <a:path w="18288000" h="10675620">
                <a:moveTo>
                  <a:pt x="0" y="0"/>
                </a:moveTo>
                <a:lnTo>
                  <a:pt x="18288000" y="0"/>
                </a:lnTo>
                <a:lnTo>
                  <a:pt x="18288000" y="10675620"/>
                </a:lnTo>
                <a:lnTo>
                  <a:pt x="0" y="1067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USAMAAA</cp:lastModifiedBy>
  <cp:revision>2</cp:revision>
  <dcterms:created xsi:type="dcterms:W3CDTF">2006-08-16T00:00:00Z</dcterms:created>
  <dcterms:modified xsi:type="dcterms:W3CDTF">2025-12-14T09:01:41Z</dcterms:modified>
  <dc:identifier>DAG7eJkuJu4</dc:identifier>
</cp:coreProperties>
</file>